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大家好，我是破冰协议的创始人。今天我要介绍的不是又一个时间管理工具，而是一个解决更隐蔽痛点的产品。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你有没有过这种状态？脑子里已经推演了一百遍，但手上一个字没写。不是懒，是启动阈值太高了。传统效率工具误解了这个问题，以为是时间管理或专注力管理。但完美主义者真正缺的是从心理安全区跨到可见产出的那一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破冰协议的核心洞察是：不改变你的标准，只先制造一个能被标准加工的对象。通过六步强制工作流，把用户从准备阶段推进到手里已经有一个可以改的雏形。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目前有三种产品形态。Agent Skill直接嵌入Claude Code和Codex工作流，零部署成本。Web Demo展示完整协议流程。CLI工具支持开发者在本地工作流中使用。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核心功能亮点包括三阶段计时器，前百分之三十强制乱写模式；六十秒无输入自动介入；支持多种附件格式解析；以及五维度产出质量评价。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直接竞品是Thawly.ai，但定位不同。Thawly是陪伴式，我们是契约式强制执行。他们的用户需要外部推力，我们的用户需要心理许可。我们的交付物是可导出的Markdown雏形。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商业模式分三层。免费基础协议用于获客，先体验后注册。Pro垂直模板包每月十九元，是核心变现。企业团队版用于规模化。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市场规模方面，总可及市场超过一千亿美元。中国知识工作者约一点五亿人，我们的可获得市场约三千万完美主义倾向用户。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护城河在于执行结构的沉淀。通用提示词可以模仿语气，但不容易复制完整闭环。技术栈采用FastAPI加Vite全栈，支持多模态交互。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当前已完成Agent Skill协议、AI任务拆解、三阶段计时、附件解析、语音输入、改进循环等核心功能。下一步重点是微行动分解和盲盒启动。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本轮天使轮融资两百万人民币，出让百分之十股权，估值两千万。资金主要用于产品研发和用户增长。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团队目前由我独立负责全栈开发和产品设计。长期愿景是成为完美主义者的默认启动协议，从个人工具扩展到团队协作和企业工作流。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以上就是破冰协议的介绍。我们不治愈完美主义，我们只逼你交出第一版。谢谢大家，欢迎提问。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286000" y="762000"/>
            <a:ext cx="7620000" cy="3810000"/>
          </a:xfrm>
          <a:prstGeom prst="roundRect">
            <a:avLst>
              <a:gd name="adj" fmla="val 50000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191000" y="1714500"/>
            <a:ext cx="3810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59141" y="2290762"/>
            <a:ext cx="3073718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破冰协议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08994" y="3139440"/>
            <a:ext cx="237401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Icebreaker Protocol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75333" y="3822382"/>
            <a:ext cx="34413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面向完美主义者的 AI 任务启动协议</a:t>
            </a:r>
          </a:p>
        </p:txBody>
      </p:sp>
      <p:sp>
        <p:nvSpPr>
          <p:cNvPr id="8" name="Rectangle 8"/>
          <p:cNvSpPr/>
          <p:nvPr/>
        </p:nvSpPr>
        <p:spPr>
          <a:xfrm>
            <a:off x="4667250" y="4381500"/>
            <a:ext cx="28575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900803" y="4600575"/>
            <a:ext cx="23903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把"想太多"变成"做出来"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49071" y="5784056"/>
            <a:ext cx="22938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Agent Skill | Web Demo | CLI 工具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57150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571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1239500" y="57150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1601450" y="571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71500" y="626745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5905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1239500" y="626745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1601450" y="5905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30929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完美主义者的困境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2667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457200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36295" y="1298258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核心问题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0105" y="1711642"/>
            <a:ext cx="1654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脑子里推演了一百遍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0105" y="1997392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手上一个字没写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962" y="2402681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不是懒，是启动阈值太高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429250" y="1047750"/>
            <a:ext cx="6191250" cy="1333500"/>
          </a:xfrm>
          <a:prstGeom prst="roundRect">
            <a:avLst>
              <a:gd name="adj" fmla="val 8571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697855" y="128301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传统工具误解了问题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99760" y="1632585"/>
            <a:ext cx="24627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以为是"时间管理"或"专注力管理"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99760" y="187071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实则需要的是：从心理安全区跨到可见产出的那一下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429250" y="2571750"/>
            <a:ext cx="6191250" cy="3333750"/>
          </a:xfrm>
          <a:prstGeom prst="roundRect">
            <a:avLst>
              <a:gd name="adj" fmla="val 3429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695950" y="279082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目标用户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99760" y="3251835"/>
            <a:ext cx="32068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完美主义者：不缺标准，缺可修改的第一版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99760" y="3556635"/>
            <a:ext cx="32068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创作者：选题、开头、初稿最容易陷入空转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99760" y="3861435"/>
            <a:ext cx="30468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独立开发者：技术选型、架构前反复打转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99760" y="4166235"/>
            <a:ext cx="25667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求职者：简历反复想改但迟迟不发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99760" y="4471035"/>
            <a:ext cx="27268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高敏感知识工作者：害怕暴露半成品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46524" y="65703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449173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破冰协议 — 6步强制工作流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4000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82296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不改变你的标准，只先制造一个能被标准加工的对象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238250"/>
            <a:ext cx="3429000" cy="1428750"/>
          </a:xfrm>
          <a:prstGeom prst="roundRect">
            <a:avLst>
              <a:gd name="adj" fmla="val 8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57150" cy="14287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92480" y="1425892"/>
            <a:ext cx="194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3480" y="14258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启动契约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5338" y="1783556"/>
            <a:ext cx="10937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把"做好"改写成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5338" y="2021681"/>
            <a:ext cx="1243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"先做出可改对象"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81500" y="1238250"/>
            <a:ext cx="3429000" cy="1428750"/>
          </a:xfrm>
          <a:prstGeom prst="roundRect">
            <a:avLst>
              <a:gd name="adj" fmla="val 8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81500" y="1238250"/>
            <a:ext cx="57150" cy="14287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602480" y="14258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83480" y="14258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任务拆解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05338" y="1783556"/>
            <a:ext cx="11762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3-6个可见产出块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05338" y="2021681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每步有明确交付物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91500" y="1238250"/>
            <a:ext cx="3429000" cy="1428750"/>
          </a:xfrm>
          <a:prstGeom prst="roundRect">
            <a:avLst>
              <a:gd name="adj" fmla="val 8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191500" y="1238250"/>
            <a:ext cx="57150" cy="1428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412480" y="14258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93480" y="14258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限时执行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15338" y="1783556"/>
            <a:ext cx="8836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每步1-15分钟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15338" y="2021681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降低无限准备空间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2952750"/>
            <a:ext cx="3429000" cy="1428750"/>
          </a:xfrm>
          <a:prstGeom prst="roundRect">
            <a:avLst>
              <a:gd name="adj" fmla="val 8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1500" y="2952750"/>
            <a:ext cx="57150" cy="14287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92480" y="31403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73480" y="314039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上下文协助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5338" y="3498056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卡住时直接给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5338" y="3736181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可复制、可修改的内容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381500" y="2952750"/>
            <a:ext cx="3429000" cy="1428750"/>
          </a:xfrm>
          <a:prstGeom prst="roundRect">
            <a:avLst>
              <a:gd name="adj" fmla="val 8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4381500" y="2952750"/>
            <a:ext cx="57150" cy="14287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602480" y="31403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83480" y="3140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改进循环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05338" y="3498056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完成后只改一处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05338" y="3736181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防止优化变拖延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191500" y="2952750"/>
            <a:ext cx="3429000" cy="1428750"/>
          </a:xfrm>
          <a:prstGeom prst="roundRect">
            <a:avLst>
              <a:gd name="adj" fmla="val 8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191500" y="2952750"/>
            <a:ext cx="57150" cy="1428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412480" y="31403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793480" y="3140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产出评价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15338" y="3498056"/>
            <a:ext cx="10111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5维度质量报告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15338" y="3736181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诚实回答能否发布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4667250"/>
            <a:ext cx="11049000" cy="762000"/>
          </a:xfrm>
          <a:prstGeom prst="roundRect">
            <a:avLst>
              <a:gd name="adj" fmla="val 15000"/>
            </a:avLst>
          </a:prstGeom>
          <a:solidFill>
            <a:srgbClr val="151B2D"/>
          </a:solidFill>
          <a:ln w="9525">
            <a:solidFill>
              <a:srgbClr val="3B82F6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38200" y="4933950"/>
            <a:ext cx="61288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核心承诺：不改变你的标准，只先制造一个能被标准加工的对象。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046524" y="65703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产品形态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1524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3333750" cy="2476500"/>
          </a:xfrm>
          <a:prstGeom prst="roundRect">
            <a:avLst>
              <a:gd name="adj" fmla="val 4615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36295" y="1298258"/>
            <a:ext cx="120860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Agent Skill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010" y="1727835"/>
            <a:ext cx="1910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嵌入 Claude Code / Codex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010" y="2013585"/>
            <a:ext cx="8305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零部署成本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010" y="2299335"/>
            <a:ext cx="8305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低成本分发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3915" y="283940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直接嵌入工作流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3915" y="30775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无需安装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191000" y="1047750"/>
            <a:ext cx="3333750" cy="2476500"/>
          </a:xfrm>
          <a:prstGeom prst="roundRect">
            <a:avLst>
              <a:gd name="adj" fmla="val 4615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191000" y="104775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455795" y="1298258"/>
            <a:ext cx="10930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Web Demo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61510" y="172783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完整协议流程体验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61510" y="2013585"/>
            <a:ext cx="15186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契约 → 路线图 → 计时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61510" y="2299335"/>
            <a:ext cx="1358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附件 + 语音 + 帮助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63415" y="2839402"/>
            <a:ext cx="1020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导出 Markdown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63415" y="3077528"/>
            <a:ext cx="8877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PWA 离线可用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810500" y="1047750"/>
            <a:ext cx="3333750" cy="2476500"/>
          </a:xfrm>
          <a:prstGeom prst="roundRect">
            <a:avLst>
              <a:gd name="adj" fmla="val 4615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810500" y="104775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075295" y="1298258"/>
            <a:ext cx="896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CLI 工具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81010" y="172783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timer.py — 本地倒计时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81010" y="2013585"/>
            <a:ext cx="16386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review.py — 产出评价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81010" y="2299335"/>
            <a:ext cx="16786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Vercel serverless API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82915" y="28394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开发者工作流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82915" y="30775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轻量部署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810000"/>
            <a:ext cx="10572750" cy="1143000"/>
          </a:xfrm>
          <a:prstGeom prst="roundRect">
            <a:avLst>
              <a:gd name="adj" fmla="val 10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40105" y="4092892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技术栈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2962" y="4450556"/>
            <a:ext cx="29464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FastAPI + Vite + PWA + Vercel Serverless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2962" y="4688681"/>
            <a:ext cx="39440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多模态：文本、语音、附件解析（PDF/DOCX/XLSX/PPTX）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46524" y="65703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04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核心功能亮点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2286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191125" cy="2381250"/>
          </a:xfrm>
          <a:prstGeom prst="roundRect">
            <a:avLst>
              <a:gd name="adj" fmla="val 48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57150" cy="2381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38200" y="1314450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三阶段计时器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010" y="1727835"/>
            <a:ext cx="18387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乱写期 → 修整期 → 紧急期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962" y="2021681"/>
            <a:ext cx="26914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前30%强制"乱写模式"：不准删、不准查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962" y="2307431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先把框填满，打破完美主义启动障碍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57250" y="2762250"/>
            <a:ext cx="762000" cy="266700"/>
          </a:xfrm>
          <a:prstGeom prst="roundRect">
            <a:avLst>
              <a:gd name="adj" fmla="val 21429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30843" y="284749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倒计时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48375" y="1047750"/>
            <a:ext cx="5191125" cy="2381250"/>
          </a:xfrm>
          <a:prstGeom prst="roundRect">
            <a:avLst>
              <a:gd name="adj" fmla="val 48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048375" y="1047750"/>
            <a:ext cx="57150" cy="2381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315075" y="1314450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停滞自动介入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18885" y="1727835"/>
            <a:ext cx="14866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60秒无输入自动触发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19838" y="2021681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主动打开帮助抽屉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19838" y="2307431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基于前序产出给开场建议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334125" y="2762250"/>
            <a:ext cx="762000" cy="266700"/>
          </a:xfrm>
          <a:prstGeom prst="roundRect">
            <a:avLst>
              <a:gd name="adj" fmla="val 21429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572726" y="2847499"/>
            <a:ext cx="2847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智能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714750"/>
            <a:ext cx="5191125" cy="2381250"/>
          </a:xfrm>
          <a:prstGeom prst="roundRect">
            <a:avLst>
              <a:gd name="adj" fmla="val 48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71500" y="3714750"/>
            <a:ext cx="57150" cy="2381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38200" y="3981450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智能附件解析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2010" y="4394835"/>
            <a:ext cx="19347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PDF / DOCX / XLSX / PPTX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962" y="4688681"/>
            <a:ext cx="1656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一键解析，带入AI上下文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962" y="4974431"/>
            <a:ext cx="1243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避免"上传后失忆"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57250" y="5429250"/>
            <a:ext cx="762000" cy="266700"/>
          </a:xfrm>
          <a:prstGeom prst="roundRect">
            <a:avLst>
              <a:gd name="adj" fmla="val 21429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30843" y="5514499"/>
            <a:ext cx="4148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多格式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048375" y="3714750"/>
            <a:ext cx="5191125" cy="2381250"/>
          </a:xfrm>
          <a:prstGeom prst="roundRect">
            <a:avLst>
              <a:gd name="adj" fmla="val 48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048375" y="3714750"/>
            <a:ext cx="57150" cy="2381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315075" y="3981450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产出质量评价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318885" y="4394835"/>
            <a:ext cx="10786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5维度质量报告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19838" y="4688681"/>
            <a:ext cx="28189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功能 / 代码 / 可展示性 / 文档 / 受众匹配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19838" y="4974431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诚实回答：到底能不能发布？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334125" y="5429250"/>
            <a:ext cx="762000" cy="266700"/>
          </a:xfrm>
          <a:prstGeom prst="roundRect">
            <a:avLst>
              <a:gd name="adj" fmla="val 21429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572726" y="5514499"/>
            <a:ext cx="2847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46524" y="65703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05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竞品分析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1714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952500"/>
            <a:ext cx="11049000" cy="4953000"/>
          </a:xfrm>
          <a:prstGeom prst="roundRect">
            <a:avLst>
              <a:gd name="adj" fmla="val 2308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952500"/>
            <a:ext cx="11049000" cy="5715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11049000" cy="2857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98831" y="1187768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维度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86875" y="1187768"/>
            <a:ext cx="9132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Thawly.ai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58308" y="1187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破冰协议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524000"/>
            <a:ext cx="11049000" cy="523875"/>
          </a:xfrm>
          <a:prstGeom prst="rect">
            <a:avLst/>
          </a:prstGeom>
          <a:solidFill>
            <a:srgbClr val="0A0E1A">
              <a:alpha val="3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569720" y="1727835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核心假设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48200" y="172783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需要外部推力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34197" y="17278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需要心理许可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047875"/>
            <a:ext cx="11049000" cy="523875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569720" y="2251710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目标用户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40186" y="2251710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ADHD / 任务瘫痪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18208" y="22517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完美主义者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571750"/>
            <a:ext cx="11049000" cy="523875"/>
          </a:xfrm>
          <a:prstGeom prst="rect">
            <a:avLst/>
          </a:prstGeom>
          <a:solidFill>
            <a:srgbClr val="0A0E1A">
              <a:alpha val="3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569720" y="2775585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交互模式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88230" y="2775585"/>
            <a:ext cx="5105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陪伴式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82166" y="277558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契约式（强制执行）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095625"/>
            <a:ext cx="11049000" cy="523875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649730" y="3299460"/>
            <a:ext cx="5105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交付物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28210" y="3299460"/>
            <a:ext cx="8305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无明确产出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64551" y="3299460"/>
            <a:ext cx="17778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可导出 Markdown 雏形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619500"/>
            <a:ext cx="11049000" cy="523875"/>
          </a:xfrm>
          <a:prstGeom prst="rect">
            <a:avLst/>
          </a:prstGeom>
          <a:solidFill>
            <a:srgbClr val="0A0E1A">
              <a:alpha val="3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569720" y="3823335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迭代哲学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808220" y="3823335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持续陪伴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98155" y="382333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只改一处，防无限循环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428625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1E293B">
              <a:alpha val="5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2961931" y="4584382"/>
            <a:ext cx="626813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Thawly.ai 是陪你散步的拐杖，破冰协议是逼你交稿的契约。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46524" y="65703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06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商业模式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1905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3429000" cy="2667000"/>
          </a:xfrm>
          <a:prstGeom prst="roundRect">
            <a:avLst>
              <a:gd name="adj" fmla="val 4286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3429000" cy="476250"/>
          </a:xfrm>
          <a:prstGeom prst="roundRect">
            <a:avLst>
              <a:gd name="adj" fmla="val 24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429000" cy="190500"/>
          </a:xfrm>
          <a:prstGeom prst="rect">
            <a:avLst/>
          </a:prstGeom>
          <a:solidFill>
            <a:srgbClr val="3B82F6">
              <a:alpha val="2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36871" y="1219200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免费基础协议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010" y="1727835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获客引擎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962" y="2069306"/>
            <a:ext cx="1183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Skill + Web Demo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962" y="2355056"/>
            <a:ext cx="1243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3次/月，全部功能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2962" y="2640806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先体验，后注册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4390" y="30441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¥0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3915" y="3363278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消除注册启动成本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286250" y="1047750"/>
            <a:ext cx="3429000" cy="2667000"/>
          </a:xfrm>
          <a:prstGeom prst="roundRect">
            <a:avLst>
              <a:gd name="adj" fmla="val 4286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286250" y="1047750"/>
            <a:ext cx="3429000" cy="476250"/>
          </a:xfrm>
          <a:prstGeom prst="roundRect">
            <a:avLst>
              <a:gd name="adj" fmla="val 24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4286250" y="1333500"/>
            <a:ext cx="3429000" cy="190500"/>
          </a:xfrm>
          <a:prstGeom prst="rect">
            <a:avLst/>
          </a:prstGeom>
          <a:solidFill>
            <a:srgbClr val="10B981">
              <a:alpha val="2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251859" y="1219200"/>
            <a:ext cx="14977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Pro 垂直模板包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6760" y="1727835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核心变现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7712" y="2069306"/>
            <a:ext cx="12737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求职 / 创作 / 编程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57712" y="2355056"/>
            <a:ext cx="14012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产品方案 / 社交破冰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57712" y="2640806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场景化拆解模板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49140" y="3044190"/>
            <a:ext cx="7892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¥19/月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58665" y="3363278"/>
            <a:ext cx="11678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无限次 + 历史记录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01000" y="1047750"/>
            <a:ext cx="3619500" cy="2667000"/>
          </a:xfrm>
          <a:prstGeom prst="roundRect">
            <a:avLst>
              <a:gd name="adj" fmla="val 4286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001000" y="1047750"/>
            <a:ext cx="3619500" cy="476250"/>
          </a:xfrm>
          <a:prstGeom prst="roundRect">
            <a:avLst>
              <a:gd name="adj" fmla="val 24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001000" y="1333500"/>
            <a:ext cx="3619500" cy="190500"/>
          </a:xfrm>
          <a:prstGeom prst="rect">
            <a:avLst/>
          </a:pr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208877" y="1219200"/>
            <a:ext cx="12037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企业/团队版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71510" y="1727835"/>
            <a:ext cx="5105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规模化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72462" y="2069306"/>
            <a:ext cx="12512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黑客松 / 课程作业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72462" y="2355056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内部创新项目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72462" y="264080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从想法到可展示原型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63890" y="30441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定制报价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73415" y="3363278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团队管理与数据看板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40005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1E293B">
              <a:alpha val="5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42010" y="4232910"/>
            <a:ext cx="55111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完美主义者的付费阻力不在价格，而在"注册"本身的启动成本 — 我们消除了它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46524" y="65703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07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市场规模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1905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143000"/>
            <a:ext cx="3429000" cy="2095500"/>
          </a:xfrm>
          <a:prstGeom prst="roundRect">
            <a:avLst>
              <a:gd name="adj" fmla="val 5455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40105" y="1425892"/>
            <a:ext cx="3839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TAM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2962" y="17359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总可及市场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7245" y="2041208"/>
            <a:ext cx="142522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$100B+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010" y="263271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全球生产力工具市场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3915" y="2934652"/>
            <a:ext cx="10347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2027年预计规模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81500" y="1143000"/>
            <a:ext cx="3429000" cy="2095500"/>
          </a:xfrm>
          <a:prstGeom prst="roundRect">
            <a:avLst>
              <a:gd name="adj" fmla="val 5455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650105" y="1425892"/>
            <a:ext cx="3839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52962" y="17359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可服务市场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27245" y="2041208"/>
            <a:ext cx="113854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1.5亿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52010" y="2632710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中国知识工作者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53915" y="2934652"/>
            <a:ext cx="8457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+ 创作者群体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191500" y="1143000"/>
            <a:ext cx="3429000" cy="2095500"/>
          </a:xfrm>
          <a:prstGeom prst="roundRect">
            <a:avLst>
              <a:gd name="adj" fmla="val 5455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460105" y="1425892"/>
            <a:ext cx="4217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62962" y="17359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可获得市场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37245" y="2041208"/>
            <a:ext cx="149138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3000万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62010" y="2632710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完美主义倾向用户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63915" y="2934652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独立开发者 + 创作者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619500"/>
            <a:ext cx="1104900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38200" y="38385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增长驱动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010" y="4299585"/>
            <a:ext cx="29188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AI Agent 普及，嵌入式工作流成为主流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010" y="4604385"/>
            <a:ext cx="32068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远程工作常态化，个人生产力工具需求上升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010" y="4909185"/>
            <a:ext cx="43430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心理健康意识提升，"完美主义"从性格标签变为可干预问题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46524" y="65703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08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120272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护城河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1524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52450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57150" cy="1905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38200" y="131445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核心壁垒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010" y="1727835"/>
            <a:ext cx="21267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通用 prompt 可以模仿语气，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010" y="2013585"/>
            <a:ext cx="17907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但不容易复制完整闭环。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962" y="2402681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沉淀的是执行结构，不是单句提示词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381750" y="1047750"/>
            <a:ext cx="523875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650355" y="12830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执行结构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3212" y="1688306"/>
            <a:ext cx="1506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什么时候逼用户开始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3212" y="1974056"/>
            <a:ext cx="13562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什么时候降低粒度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3212" y="2259806"/>
            <a:ext cx="12062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什么时候允许改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3212" y="2545556"/>
            <a:ext cx="1506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什么时候阻止继续改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3238500"/>
            <a:ext cx="11049000" cy="2667000"/>
          </a:xfrm>
          <a:prstGeom prst="roundRect">
            <a:avLst>
              <a:gd name="adj" fmla="val 4286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38200" y="3505200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技术栈优势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57250" y="390525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32510" y="4109085"/>
            <a:ext cx="11562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FastAPI + Vite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4415" y="43634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全栈轻量部署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429000" y="390525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3604260" y="4109085"/>
            <a:ext cx="7277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PWA 支持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06165" y="43634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离线可用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00750" y="390525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176010" y="4109085"/>
            <a:ext cx="14754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Vercel Serverless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77915" y="4363402"/>
            <a:ext cx="8457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+ 本地双模式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572500" y="390525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747760" y="4109085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多模态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49665" y="4363402"/>
            <a:ext cx="1188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文本 + 语音 + 附件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57250" y="485775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32510" y="5061585"/>
            <a:ext cx="8789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Agent Skill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4415" y="5315902"/>
            <a:ext cx="1125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嵌入 Claude Code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429000" y="485775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604260" y="5061585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开源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606165" y="531590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MIT License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46524" y="65703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09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当前进展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1905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11049000" cy="2667000"/>
          </a:xfrm>
          <a:prstGeom prst="roundRect">
            <a:avLst>
              <a:gd name="adj" fmla="val 4286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40105" y="1235392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已实现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2962" y="1593056"/>
            <a:ext cx="27364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Agent Skill 协议（Claude Code 嵌入）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962" y="1859756"/>
            <a:ext cx="23313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AI 任务拆解 + 规则引擎 fallback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962" y="21264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三阶段倒计时 + 停滞自动介入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962" y="2393156"/>
            <a:ext cx="25713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附件解析（PDF/DOCX/XLSX/PPTX）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962" y="26598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语音输入（Web Speech API）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81712" y="15930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改进循环 + 产出质量评价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81712" y="1859756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PWA 离线支持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81712" y="2126456"/>
            <a:ext cx="17912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Vercel Serverless 部署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81712" y="2393156"/>
            <a:ext cx="25713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CLI 工具（timer.py + review.py）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81712" y="2659856"/>
            <a:ext cx="13262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开源 MIT License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3905250"/>
            <a:ext cx="11049000" cy="2095500"/>
          </a:xfrm>
          <a:prstGeom prst="roundRect">
            <a:avLst>
              <a:gd name="adj" fmla="val 5455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40105" y="4092892"/>
            <a:ext cx="11873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下一步（P0）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2962" y="4450556"/>
            <a:ext cx="37190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🔄 步骤内微行动分解 — 把"填满15分钟"变成"勾选4个框"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2962" y="4717256"/>
            <a:ext cx="30289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🔄 Landing 页盲盒启动 — 解决"连输入都卡住"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2962" y="4983956"/>
            <a:ext cx="21963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🔄 步骤间 AI 过渡语 — 增强连续感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2962" y="52506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🔄 前端构建修复 + 模块导入问题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76527" y="65703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10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融资需求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1905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342900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42010" y="1299210"/>
            <a:ext cx="5105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天使轮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1530" y="1516380"/>
            <a:ext cx="170444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¥200万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010" y="2156460"/>
            <a:ext cx="9425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出让股权 10%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010" y="2442210"/>
            <a:ext cx="998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估值 ¥2000万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81500" y="1047750"/>
            <a:ext cx="723900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650105" y="1235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资金用途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52962" y="1640681"/>
            <a:ext cx="9211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产品研发 50%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52962" y="1907381"/>
            <a:ext cx="9211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用户增长 30%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52962" y="2174081"/>
            <a:ext cx="8836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团队扩充 15%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52962" y="2440781"/>
            <a:ext cx="8386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运营储备 5%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77000" y="1666875"/>
            <a:ext cx="1905000" cy="1524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477000" y="1666875"/>
            <a:ext cx="1524000" cy="1524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477000" y="1933575"/>
            <a:ext cx="1905000" cy="1524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477000" y="1933575"/>
            <a:ext cx="1143000" cy="1524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477000" y="2200275"/>
            <a:ext cx="1905000" cy="1524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477000" y="2200275"/>
            <a:ext cx="571500" cy="1524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477000" y="2466975"/>
            <a:ext cx="1905000" cy="1524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477000" y="2466975"/>
            <a:ext cx="190500" cy="1524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3238500"/>
            <a:ext cx="11049000" cy="2476500"/>
          </a:xfrm>
          <a:prstGeom prst="roundRect">
            <a:avLst>
              <a:gd name="adj" fmla="val 4615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40105" y="3473768"/>
            <a:ext cx="11400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12个月里程碑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57250" y="3905250"/>
            <a:ext cx="323850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21080" y="4011930"/>
            <a:ext cx="5973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10万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4415" y="44110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月活用户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286250" y="3905250"/>
            <a:ext cx="323850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450080" y="401193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3%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63415" y="4411028"/>
            <a:ext cx="999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Pro 付费转化率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715250" y="3905250"/>
            <a:ext cx="323850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879080" y="4011930"/>
            <a:ext cx="5090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5个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892415" y="441102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垂直场景模板包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06531" y="6570345"/>
            <a:ext cx="334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238500" y="1524000"/>
            <a:ext cx="5715000" cy="3810000"/>
          </a:xfrm>
          <a:prstGeom prst="roundRect">
            <a:avLst>
              <a:gd name="adj" fmla="val 50000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232410"/>
            <a:ext cx="195881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团队与愿景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647700"/>
            <a:ext cx="2286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476250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0105" y="1235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核心团队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010" y="1632585"/>
            <a:ext cx="17826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Joe — 创始人 / 全栈开发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962" y="1926431"/>
            <a:ext cx="28789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独立完成产品设计、前后端开发、协议定义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962" y="2212181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深刻理解完美主义用户痛点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962" y="2497931"/>
            <a:ext cx="30289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招聘中：前端工程师、产品设计师、社区运营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619750" y="1047750"/>
            <a:ext cx="600075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888355" y="1235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长期愿景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90260" y="1632585"/>
            <a:ext cx="24467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成为完美主义者的"默认启动协议"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91212" y="1926431"/>
            <a:ext cx="2323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个人工具 → 团队协作 → 企业工作流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91212" y="2212181"/>
            <a:ext cx="2721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任何需要"从0到1"的场景，都有破冰协议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3238500"/>
            <a:ext cx="1104900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3B82F6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981944" y="3773805"/>
            <a:ext cx="622811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我们不治愈完美主义，我们只逼你交出第一版。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91889" y="4314825"/>
            <a:ext cx="10082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— 破冰协议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76527" y="65703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286000" y="762000"/>
            <a:ext cx="7620000" cy="3810000"/>
          </a:xfrm>
          <a:prstGeom prst="roundRect">
            <a:avLst>
              <a:gd name="adj" fmla="val 50000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191000" y="1714500"/>
            <a:ext cx="3810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78692" y="2181225"/>
            <a:ext cx="263461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93080" y="304419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欢迎提问</a:t>
            </a:r>
          </a:p>
        </p:txBody>
      </p:sp>
      <p:sp>
        <p:nvSpPr>
          <p:cNvPr id="7" name="Rectangle 7"/>
          <p:cNvSpPr/>
          <p:nvPr/>
        </p:nvSpPr>
        <p:spPr>
          <a:xfrm>
            <a:off x="4667250" y="3619500"/>
            <a:ext cx="28575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818697" y="3950018"/>
            <a:ext cx="25546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破冰协议 Icebreaker Protocol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40580" y="4347210"/>
            <a:ext cx="2910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GitHub: qrx-joe/icebreaker-protocol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00803" y="4981575"/>
            <a:ext cx="23903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把"想太多"变成"做出来"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57150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571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1239500" y="57150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1601450" y="571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71500" y="626745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5905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1239500" y="626745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1601450" y="5905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076527" y="65703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